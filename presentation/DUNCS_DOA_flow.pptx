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DUNCS — DoA Simulation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</a:rPr>
              <a:t>Deep-Unfolded Sparse-Covariance ADMM for direction-of-arrival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End-to-end walkthrough: config → system model → samples → model → subspace → RMSPE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is DUNCS?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 i="1">
                <a:solidFill>
                  <a:srgbClr val="555F6A"/>
                </a:solidFill>
              </a:rPr>
              <a:t>Deep-Unfolded Sparse-Covariance ADMM — a learned algorithm for DoA estimation from sparse arrays.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91640"/>
            <a:ext cx="3749039" cy="48463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3474719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E64F1F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3474719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Estimate angles of M radio sources from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N antenna snapshots over T time samples.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Sparse arrays (MRA) save hardware but break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classical subspace methods designed for ULA.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Low SNR / few snapshots → the sample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covariance R̂ₓ becomes noisy &amp; non-Toeplitz.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691640"/>
            <a:ext cx="3749039" cy="48463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43400" y="1783080"/>
            <a:ext cx="3474719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E64F1F"/>
                </a:solidFill>
              </a:rPr>
              <a:t>The DUNCS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148840"/>
            <a:ext cx="3474719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Reconstruct a clean Hermitian-Toeplitz-PSD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covariance R on the virtual co-array.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Solve the convex reconstruction with ADMM,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but unroll K iterations as a network.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Make ADMM penalty/step parameters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(ρ, τ, μ) per-iteration learnable.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Feed the reconstructed R into a classical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subspace method (ESPRIT / MUSIC).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Train end-to-end on RMSPE between predicted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and true DoA — a differentiable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749039" cy="48463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83880" y="1783080"/>
            <a:ext cx="3474719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2D8A4E"/>
                </a:solidFill>
              </a:rPr>
              <a:t>Why this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148840"/>
            <a:ext cx="3474719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Trace one full DoA-simulation pass through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the DUNCS code base, slide by slide.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From YAML config to the final RMSPE number.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Pointers to the exact files / classes that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implement each stage.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Companion to README.md and CLAUDE.md.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Audience: anyone (or any Claude session)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spinning up on the DUNCS code 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55F6A"/>
                </a:solidFill>
              </a:rPr>
              <a:t>main.py → SimulationRunner.run() — every box is a real class/function.</a:t>
            </a:r>
          </a:p>
        </p:txBody>
      </p:sp>
      <p:sp>
        <p:nvSpPr>
          <p:cNvPr id="4" name="Chevron 3"/>
          <p:cNvSpPr/>
          <p:nvPr/>
        </p:nvSpPr>
        <p:spPr>
          <a:xfrm>
            <a:off x="384048" y="1828800"/>
            <a:ext cx="1593668" cy="914400"/>
          </a:xfrm>
          <a:prstGeom prst="chevron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YAML
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88920"/>
            <a:ext cx="159366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555F6A"/>
                </a:solidFill>
              </a:rPr>
              <a:t>load_simulation_config()</a:t>
            </a:r>
          </a:p>
        </p:txBody>
      </p:sp>
      <p:sp>
        <p:nvSpPr>
          <p:cNvPr id="6" name="Chevron 5"/>
          <p:cNvSpPr/>
          <p:nvPr/>
        </p:nvSpPr>
        <p:spPr>
          <a:xfrm>
            <a:off x="2023436" y="1828800"/>
            <a:ext cx="1593668" cy="914400"/>
          </a:xfrm>
          <a:prstGeom prst="chevron">
            <a:avLst/>
          </a:prstGeom>
          <a:solidFill>
            <a:srgbClr val="E6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SystemModel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3436" y="2788920"/>
            <a:ext cx="159366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555F6A"/>
                </a:solidFill>
              </a:rPr>
              <a:t>src/system_model.py</a:t>
            </a:r>
          </a:p>
        </p:txBody>
      </p:sp>
      <p:sp>
        <p:nvSpPr>
          <p:cNvPr id="8" name="Chevron 7"/>
          <p:cNvSpPr/>
          <p:nvPr/>
        </p:nvSpPr>
        <p:spPr>
          <a:xfrm>
            <a:off x="3662824" y="1828800"/>
            <a:ext cx="1593668" cy="914400"/>
          </a:xfrm>
          <a:prstGeom prst="chevron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Samples
(signals)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2824" y="2788920"/>
            <a:ext cx="159366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555F6A"/>
                </a:solidFill>
              </a:rPr>
              <a:t>src/signal_creation.py</a:t>
            </a:r>
          </a:p>
        </p:txBody>
      </p:sp>
      <p:sp>
        <p:nvSpPr>
          <p:cNvPr id="10" name="Chevron 9"/>
          <p:cNvSpPr/>
          <p:nvPr/>
        </p:nvSpPr>
        <p:spPr>
          <a:xfrm>
            <a:off x="5302212" y="1828800"/>
            <a:ext cx="1593668" cy="914400"/>
          </a:xfrm>
          <a:prstGeom prst="chevron">
            <a:avLst/>
          </a:prstGeom>
          <a:solidFill>
            <a:srgbClr val="E6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2212" y="2788920"/>
            <a:ext cx="159366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555F6A"/>
                </a:solidFill>
              </a:rPr>
              <a:t>src/data_handler.py</a:t>
            </a:r>
          </a:p>
        </p:txBody>
      </p:sp>
      <p:sp>
        <p:nvSpPr>
          <p:cNvPr id="12" name="Chevron 11"/>
          <p:cNvSpPr/>
          <p:nvPr/>
        </p:nvSpPr>
        <p:spPr>
          <a:xfrm>
            <a:off x="6941600" y="1828800"/>
            <a:ext cx="1593668" cy="914400"/>
          </a:xfrm>
          <a:prstGeom prst="chevron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Model
(DUNCS)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1600" y="2788920"/>
            <a:ext cx="159366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555F6A"/>
                </a:solidFill>
              </a:rPr>
              <a:t>models_pack/sparse_cov_admm_unfold.py</a:t>
            </a:r>
          </a:p>
        </p:txBody>
      </p:sp>
      <p:sp>
        <p:nvSpPr>
          <p:cNvPr id="14" name="Chevron 13"/>
          <p:cNvSpPr/>
          <p:nvPr/>
        </p:nvSpPr>
        <p:spPr>
          <a:xfrm>
            <a:off x="8580988" y="1828800"/>
            <a:ext cx="1593668" cy="914400"/>
          </a:xfrm>
          <a:prstGeom prst="chevron">
            <a:avLst/>
          </a:prstGeom>
          <a:solidFill>
            <a:srgbClr val="E6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Subspace
(ESPRIT)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0988" y="2788920"/>
            <a:ext cx="159366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555F6A"/>
                </a:solidFill>
              </a:rPr>
              <a:t>methods_pack/esprit.py</a:t>
            </a:r>
          </a:p>
        </p:txBody>
      </p:sp>
      <p:sp>
        <p:nvSpPr>
          <p:cNvPr id="16" name="Chevron 15"/>
          <p:cNvSpPr/>
          <p:nvPr/>
        </p:nvSpPr>
        <p:spPr>
          <a:xfrm>
            <a:off x="10220376" y="1828800"/>
            <a:ext cx="1593668" cy="914400"/>
          </a:xfrm>
          <a:prstGeom prst="chevron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Loss / Eval
(RMSPE)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0376" y="2788920"/>
            <a:ext cx="159366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00" b="0" i="0">
                <a:solidFill>
                  <a:srgbClr val="555F6A"/>
                </a:solidFill>
              </a:rPr>
              <a:t>metrics/criterions.py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474720"/>
            <a:ext cx="5669280" cy="31089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2920" y="3566160"/>
            <a:ext cx="53949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E64F1F"/>
                </a:solidFill>
              </a:rPr>
              <a:t>Data path (per epoch)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931920"/>
            <a:ext cx="539496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1. Samples.samples_creation() draws random DoAs (gap-respecting)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  and synthesises the steering matrix A(θ).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2. x[t] = A(θ) s[t] + n[t]  for t = 1..T snapshots.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3. R̂ₓ = (1/T) Σₜ x[t] x[t]ᴴ   (sample covariance)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4. DataLoader batches (B,N,T) tensors with collate_fn.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5. Model receives x → returns predicted DoAs (θ̂).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474720"/>
            <a:ext cx="5669280" cy="31089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9360" y="3566160"/>
            <a:ext cx="53949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2D8A4E"/>
                </a:solidFill>
              </a:rPr>
              <a:t>Loss path (per batch)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931920"/>
            <a:ext cx="539496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1. DUNCS forward → reconstructed R̂ of size |U|×|U|.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2. ESPRIT(R̂, M) → estimated angles θ̂.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3. RMSPELoss(θ̂, θ)  with permutation-invariant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  matching of the M sources.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4. backward() through every ADMM iteration: ρ, τ,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  μ are nn.Parameter tensors of length K.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5. AdamW + ReduceLROnPlateau schedule the learning 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Model — Array Geometry &amp;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55F6A"/>
                </a:solidFill>
              </a:rPr>
              <a:t>src/system_model.py defines the physical array and the steering manifold.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00200"/>
            <a:ext cx="5669280" cy="21945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3949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E64F1F"/>
                </a:solidFill>
              </a:rPr>
              <a:t>Array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5394960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ULA   — uniform linear array, N sensors at λ/2 spacing.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MRA-N — minimum-redundancy array: N physical sensors,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    virtual ULA of size |U| via the difference co-array.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Sparse arrays use sparse_array.py to compute U (virtual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    sensor indices) and the selection operator Φ.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Optional perturbations: eta (position jitter),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    bias (uniform offset), sv_noise_var.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669280" cy="21945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3949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2D8A4E"/>
                </a:solidFill>
              </a:rPr>
              <a:t>Signal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57400"/>
            <a:ext cx="5394960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M sources at angles θ = (θ₁..θₘ), coherent or non-coherent.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Far-field plane wave → steering vector a(θ) ∈ ℂ^N.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Stack into steering matrix A(θ) = [a(θ₁)..a(θ_M)].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Snapshots: x[t] = A(θ) s[t] + n[t],  t = 1..T.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s[t]: source amplitudes, n[t]: complex AWGN at given SNR.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Output observation tensor: (B, N, T) complex64.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77639"/>
            <a:ext cx="11430000" cy="822960"/>
          </a:xfrm>
          <a:prstGeom prst="rect">
            <a:avLst/>
          </a:prstGeom>
          <a:solidFill>
            <a:srgbClr val="EEF2F8"/>
          </a:solidFill>
          <a:ln w="6350">
            <a:solidFill>
              <a:srgbClr val="CB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>
                <a:solidFill>
                  <a:srgbClr val="1B212A"/>
                </a:solidFill>
                <a:latin typeface="Cambria Math"/>
              </a:rPr>
              <a:t>x[t]  =  A(θ) · s[t]  +  n[t]      →      R̂ₓ  =  (1/T) Σₜ x[t] x[t]ᴴ   ∈ ℂ^{N×N}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983480"/>
            <a:ext cx="11430000" cy="15544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2920" y="5074920"/>
            <a:ext cx="1115568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E64F1F"/>
                </a:solidFill>
              </a:rPr>
              <a:t>Defaults from src/config/DUNCS.yaml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40680"/>
            <a:ext cx="11155680" cy="1005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N = 5 sensors      M = 1 source       T = 8 snapshots       SNR = 30 dB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array_form = 'ula'    field_type = 'Far'    signal_nature = 'non-coherent'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doa_range = [−70°, 70°]      min_gap = 5° between DoAs at training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Signal &amp; Sample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55F6A"/>
                </a:solidFill>
              </a:rPr>
              <a:t>src/signal_creation.py — Samples class produces every training/test observation.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00200"/>
            <a:ext cx="5669280" cy="48463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3949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E64F1F"/>
                </a:solidFill>
              </a:rPr>
              <a:t>Samples.samples_creation() — per-sample recipe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5394960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1. Sample M DoAs: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set_doa() draws angles in [−70°, +70°]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enforces ≥ 5° gap (create_doa_with_gap)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picks a random extra offset per source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2. Build steering matrix: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SteeringVectorGenerator (singleton)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cached per (array geometry, frequency)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supports optional .mat antenna pattern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3. Synthesise snapshots x[t]: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source signals s[t]: complex Gaussian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noise n[t]: scaled by SNR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coherent mode → shared s across sources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4. Return tuple (x, θ, range, ...) into Dataset.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669280" cy="48463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3949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2D8A4E"/>
                </a:solidFill>
              </a:rPr>
              <a:t>Dataset → DataLoader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57400"/>
            <a:ext cx="5394960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create_dataset(samples, N_samples, save?, paths, ...)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builds train and test splits separately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train_test_ratio = 0.1 by default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Sample sizes (DUNCS.yaml defaults):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samples_size = 7000 training samples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700 test samples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batch_size  = 128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collate_fn batches variable-length tensors;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SameLengthBatchSampler groups same-T samples.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dataset.materialize(system_model) re-computes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derived quantities (R̂ₓ, masks) at the moment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of use, instead of caching them on disk.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DUNCS Forward Pass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55F6A"/>
                </a:solidFill>
              </a:rPr>
              <a:t>src/models_pack/sparse_cov_admm_unfold.py — DUNCS.forward()</a:t>
            </a:r>
          </a:p>
        </p:txBody>
      </p:sp>
      <p:sp>
        <p:nvSpPr>
          <p:cNvPr id="4" name="Chevron 3"/>
          <p:cNvSpPr/>
          <p:nvPr/>
        </p:nvSpPr>
        <p:spPr>
          <a:xfrm>
            <a:off x="384048" y="1828800"/>
            <a:ext cx="2754630" cy="1280160"/>
          </a:xfrm>
          <a:prstGeom prst="chevron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Sample
covariance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00400"/>
            <a:ext cx="275463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555F6A"/>
                </a:solidFill>
              </a:rPr>
              <a:t>R̂ₓ = (1/T) X Xᴴ</a:t>
            </a:r>
          </a:p>
        </p:txBody>
      </p:sp>
      <p:sp>
        <p:nvSpPr>
          <p:cNvPr id="6" name="Chevron 5"/>
          <p:cNvSpPr/>
          <p:nvPr/>
        </p:nvSpPr>
        <p:spPr>
          <a:xfrm>
            <a:off x="3275838" y="1828800"/>
            <a:ext cx="2754630" cy="1280160"/>
          </a:xfrm>
          <a:prstGeom prst="chevron">
            <a:avLst/>
          </a:prstGeom>
          <a:solidFill>
            <a:srgbClr val="E6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Measured
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5838" y="3200400"/>
            <a:ext cx="275463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555F6A"/>
                </a:solidFill>
              </a:rPr>
              <a:t>M = Φᴴ R̂ₓ Φ</a:t>
            </a:r>
          </a:p>
        </p:txBody>
      </p:sp>
      <p:sp>
        <p:nvSpPr>
          <p:cNvPr id="8" name="Chevron 7"/>
          <p:cNvSpPr/>
          <p:nvPr/>
        </p:nvSpPr>
        <p:spPr>
          <a:xfrm>
            <a:off x="6167628" y="1828800"/>
            <a:ext cx="2754630" cy="1280160"/>
          </a:xfrm>
          <a:prstGeom prst="chevron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Unrolled ADMM
(K iter.)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7628" y="3200400"/>
            <a:ext cx="275463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555F6A"/>
                </a:solidFill>
              </a:rPr>
              <a:t>R → S → T  +  duals</a:t>
            </a:r>
          </a:p>
        </p:txBody>
      </p:sp>
      <p:sp>
        <p:nvSpPr>
          <p:cNvPr id="10" name="Chevron 9"/>
          <p:cNvSpPr/>
          <p:nvPr/>
        </p:nvSpPr>
        <p:spPr>
          <a:xfrm>
            <a:off x="9059418" y="1828800"/>
            <a:ext cx="2754630" cy="1280160"/>
          </a:xfrm>
          <a:prstGeom prst="chevron">
            <a:avLst/>
          </a:prstGeom>
          <a:solidFill>
            <a:srgbClr val="E6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Subspace +
DoA estimate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9418" y="3200400"/>
            <a:ext cx="275463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555F6A"/>
                </a:solidFill>
              </a:rPr>
              <a:t>ESPRIT / MUSIC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206240"/>
            <a:ext cx="11430000" cy="237744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2920" y="4297680"/>
            <a:ext cx="1115568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E64F1F"/>
                </a:solidFill>
              </a:rPr>
              <a:t>What gets learned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63440"/>
            <a:ext cx="1115568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Per-iteration ADMM step / penalty parameters become nn.Parameter: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rho_r[k], rho_m[k]  — R-update inversion coefficients (|U|² each, K iters)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tau[k]              — soft-threshold for the SVT step (|U|-vector, K iters)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mu_u[k], mu_v[k]    — dual ascent step sizes (scalars, K iters)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The selection matrix Φ (built once from the array geometry) is frozen.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Subspace method (ESPRIT) is parameter-free — it just does eigen-decomp.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1 — Measured Projection onto the Co-Array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55F6A"/>
                </a:solidFill>
              </a:rPr>
              <a:t>Lift the noisy N×N sample covariance onto the |U|×|U| virtual co-array.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91640"/>
            <a:ext cx="11430000" cy="822960"/>
          </a:xfrm>
          <a:prstGeom prst="rect">
            <a:avLst/>
          </a:prstGeom>
          <a:solidFill>
            <a:srgbClr val="EEF2F8"/>
          </a:solidFill>
          <a:ln w="6350">
            <a:solidFill>
              <a:srgbClr val="CB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>
                <a:solidFill>
                  <a:srgbClr val="1B212A"/>
                </a:solidFill>
                <a:latin typeface="Cambria Math"/>
              </a:rPr>
              <a:t>R̂ₓ  =  (1/T) X Xᴴ   ∈ ℂ^{N×N}      ➜       M  =  Φᴴ R̂ₓ Φ   ∈ ℂ^{|U|×|U|}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697480"/>
            <a:ext cx="5669280" cy="38404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53949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E64F1F"/>
                </a:solidFill>
              </a:rPr>
              <a:t>What Φ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54680"/>
            <a:ext cx="5394960" cy="3291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Φ (built by build_phi() from the sparse-array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geometry) maps physical sensor indices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to virtual co-array indices.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Sparse layouts (e.g. MRA-5) yield |U| &gt; N 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a virtual ULA larger than the physical array.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P = Φᴴ Φ   (diagonal mask used in the R-update)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is precomputed once and reused across all iters.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697480"/>
            <a:ext cx="5669280" cy="38404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09360" y="2788920"/>
            <a:ext cx="53949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2D8A4E"/>
                </a:solidFill>
              </a:rPr>
              <a:t>What we want to recover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154680"/>
            <a:ext cx="5394960" cy="32918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An |U|×|U| matrix R that is simultaneously: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Hermitian   (R = Rᴴ)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Toeplitz    (depends only on i−j)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PSD         (R ⪰ 0)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Consistent with the measurements: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         Φᴴ R Φ  ≈  M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Subspace methods (ESPRIT) assume exactly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this structure — they fail on R̂ₓ directly.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DUNCS “denoises” into this feasible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2 — Unrolled ADMM (K iterations)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55F6A"/>
                </a:solidFill>
              </a:rPr>
              <a:t>Each k = 1..K block runs five updates. K is fixed (default 20). Every ρ, τ, μ is learnable.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783080"/>
            <a:ext cx="2212848" cy="21945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21208" y="1874520"/>
            <a:ext cx="1938528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E64F1F"/>
                </a:solidFill>
              </a:rPr>
              <a:t>R-update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2240280"/>
            <a:ext cx="1938528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1B212A"/>
                </a:solidFill>
              </a:rPr>
              <a:t>• Diagonal solve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1B212A"/>
                </a:solidFill>
              </a:rPr>
              <a:t>• vec(R) = (P + 2ρ₝)⁻¹ · (vec(M) + ρ₝(S−U + T−V))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88336" y="1783080"/>
            <a:ext cx="2212848" cy="21945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825496" y="1874520"/>
            <a:ext cx="1938528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2D8A4E"/>
                </a:solidFill>
              </a:rPr>
              <a:t>S-update (SVT)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5496" y="2240280"/>
            <a:ext cx="1938528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1B212A"/>
                </a:solidFill>
              </a:rPr>
              <a:t>• Singular Value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1B212A"/>
                </a:solidFill>
              </a:rPr>
              <a:t>• Thresholding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1B212A"/>
                </a:solidFill>
              </a:rPr>
              <a:t>• S = SVT_τ₊(R + 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92624" y="1783080"/>
            <a:ext cx="2212848" cy="21945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29784" y="1874520"/>
            <a:ext cx="1938528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1F498A"/>
                </a:solidFill>
              </a:rPr>
              <a:t>T-update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9784" y="2240280"/>
            <a:ext cx="1938528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1B212A"/>
                </a:solidFill>
              </a:rPr>
              <a:t>• PSD ∘ Toeplitz ∘ Herm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1B212A"/>
                </a:solidFill>
              </a:rPr>
              <a:t>• T = Π_PSD(Π_Toep(Π_Herm(R+V)))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1783080"/>
            <a:ext cx="2212848" cy="21945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34072" y="1874520"/>
            <a:ext cx="1938528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555F6A"/>
                </a:solidFill>
              </a:rPr>
              <a:t>U 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4072" y="2240280"/>
            <a:ext cx="1938528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1B212A"/>
                </a:solidFill>
              </a:rPr>
              <a:t>• U ← U + μ_u (R − 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783080"/>
            <a:ext cx="2212848" cy="21945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738360" y="1874520"/>
            <a:ext cx="1938528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555F6A"/>
                </a:solidFill>
              </a:rPr>
              <a:t>V dual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240280"/>
            <a:ext cx="1938528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1B212A"/>
                </a:solidFill>
              </a:rPr>
              <a:t>• V ← V + μ_v (R − 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60520"/>
            <a:ext cx="11430000" cy="237744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02920" y="4251960"/>
            <a:ext cx="1115568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E64F1F"/>
                </a:solidFill>
              </a:rPr>
              <a:t>Why unroll instead of solving the convex problem to convergence?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17720"/>
            <a:ext cx="1115568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Fixed compute budget  — K iterations → deterministic runtime, easy to deploy.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Learned hyperparameters  — ρ, τ, μ adapt to the SNR / snapshot regime.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End-to-end gradient  — the loss is on DoA, not on ADMM objective → the network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can sacrifice optimisation purity for better downstream estimation.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Test-time control  — evaluate at K=20 (matched) or K=500 (classical ADMM)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to confirm the learned net beats the converged baseline.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3 — Subspace Method + RMSPE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55F6A"/>
                </a:solidFill>
              </a:rPr>
              <a:t>After K iterations, the reconstructed T is fed to a parameter-free subspace estimator.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00200"/>
            <a:ext cx="5669280" cy="24688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3949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E64F1F"/>
                </a:solidFill>
              </a:rPr>
              <a:t>Subspace step — ESPRIT (default)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5394960" cy="1920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Eigen-decompose T  →  signal subspace U_s of size |U|×M.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Split U_s into two overlapping sub-arrays U₁, U₂.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Solve U₁ Ψ = U₂; eigenvalues of Ψ → angles θ̂.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Alternatives: music.py, root_music.py — same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669280" cy="24688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3949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2D8A4E"/>
                </a:solidFill>
              </a:rPr>
              <a:t>RMSPE — Root Mean-Squared Phase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57400"/>
            <a:ext cx="5394960" cy="1920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Pairs each predicted θ̂ with the closest true θ via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permutation-invariant Hungarian matching.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Wraps the residual to [−π, π) before squaring 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avoids spurious 2π penalties.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Differentiable wrt the subspace inputs → gradient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flows back through ADMM into ρ, τ, 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11430000" cy="822960"/>
          </a:xfrm>
          <a:prstGeom prst="rect">
            <a:avLst/>
          </a:prstGeom>
          <a:solidFill>
            <a:srgbClr val="EEF2F8"/>
          </a:solidFill>
          <a:ln w="6350">
            <a:solidFill>
              <a:srgbClr val="CB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>
                <a:solidFill>
                  <a:srgbClr val="1B212A"/>
                </a:solidFill>
                <a:latin typeface="Cambria Math"/>
              </a:rPr>
              <a:t>L_RMSPE  =  √( (1/M) Σᵢ  wrap(θ̂_π(i) − θ_i)² )      with  π  =  arg min over permutations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166360"/>
            <a:ext cx="11430000" cy="13716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2920" y="5257800"/>
            <a:ext cx="1115568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E64F1F"/>
                </a:solidFill>
              </a:rPr>
              <a:t>Alternative criterion: ADMM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623560"/>
            <a:ext cx="1115568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Set criterion='admm_objective' to train on the ADMM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residual itself rather than RMSPE — stable on hard regimes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where supervised DoA matching is ambiguous (e.g. coherent sources).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Training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55F6A"/>
                </a:solidFill>
              </a:rPr>
              <a:t>src/training.py — train() consumes the TrainingParams builder.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00200"/>
            <a:ext cx="5669280" cy="48463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3949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E64F1F"/>
                </a:solidFill>
              </a:rPr>
              <a:t>Per-epoch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5394960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for epoch in 1..E: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for batch (x, θ) in DataLoader: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    θ̂ = model(x, M, phase='train')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    loss = RMSPELoss(θ̂, θ)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    loss.backward()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    optimizer.step()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validate on held-out split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scheduler.step(val_loss)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Saving: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final state_dict → data/weights/final_models/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per-config filename built by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  model.get_model_file_name()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669280" cy="48463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3949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2D8A4E"/>
                </a:solidFill>
              </a:rPr>
              <a:t>Defaults (DUNCS.yaml)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57400"/>
            <a:ext cx="5394960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Optimizer            AdamW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Learning rate        5e-4    weight decay 1e-5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Scheduler            ReduceLROnPlateau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step_size=40    gamma=0.5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Epochs               90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Batch size           128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samples_size         7000  (train) + 700 (test)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Training objective   'angle'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All five ADMM parameter vectors are jointly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optimised end-to-end with the rest of the model;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ESPRIT contributes only via the chain rule on θ̂.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Evaluation — Baselines and CRB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55F6A"/>
                </a:solidFill>
              </a:rPr>
              <a:t>src/evaluation.py — evaluate() compares the learned model against fair baselines.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00200"/>
            <a:ext cx="3749039" cy="48463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3474719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E64F1F"/>
                </a:solidFill>
              </a:rPr>
              <a:t>What gets scored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3474719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Trained DUNCS @ K=20  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the headline number.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Trained DUNCS @ K=500 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sanity check that learned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rates still beat plain ADMM.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Classical ADMM @ K=20, 500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on the same sample covariance.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Plain sample-covariance ESPRIT —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no reconstruction at all.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Other models (SubspaceNet,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DA-MUSIC, TransMUSIC, ...)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if enabled in evaluation.models.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600200"/>
            <a:ext cx="3749039" cy="48463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43400" y="1691640"/>
            <a:ext cx="3474719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2D8A4E"/>
                </a:solidFill>
              </a:rPr>
              <a:t>Metric: test RMSPE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57400"/>
            <a:ext cx="3474719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Reported per (model, K, scenario).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Averaged over Monte-Carlo runs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if monte_carlo_simulations &gt; 1.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Scenario sweeps in YAML let you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plot RMSPE vs SNR or T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with a single config run.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Outputs: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score logs in data/simulations/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            /results/scores/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plots in .../results/plots/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749039" cy="48463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83880" y="1691640"/>
            <a:ext cx="3474719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E64F1F"/>
                </a:solidFill>
              </a:rPr>
              <a:t>The CRB 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057400"/>
            <a:ext cx="3474719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src/metrics/crb.py computes the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Cramér–Rao Bound on the DoA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variance for the current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(N, M, T, SNR) configuration.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Drawn as a dashed line on every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RMSPE-vs-X sweep.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Any model below CRB is a bug;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a model close to CRB is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statistically efficient.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 wrap="square"/>
          <a:lstStyle/>
          <a:p>
            <a:pPr algn="l"/>
            <a:r>
              <a:rPr sz="2800" b="1">
                <a:solidFill>
                  <a:srgbClr val="FFFFFF"/>
                </a:solidFill>
              </a:rPr>
              <a:t>How to Run / File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55F6A"/>
                </a:solidFill>
              </a:rPr>
              <a:t>Quick reference for landing in the code 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00200"/>
            <a:ext cx="5669280" cy="48463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3949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E64F1F"/>
                </a:solidFill>
              </a:rPr>
              <a:t>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5394960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pip install -r requirements.txt   (Python 3.10+, PyTorch 2.6)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python main.py duncs              # single DUNCS sim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python main.py sparsenet          # SparseNet baseline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python compare_models.py          # DUNCS vs SparseNet, shared dataset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python train_single_model.py      # standalone trainer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Output goes under data/: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data/datasets/   — cached if save_dataset: true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data/weights/    — model state_dicts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    • data/simulations/results/  — score logs + plots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669280" cy="48463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CB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3949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1">
                <a:solidFill>
                  <a:srgbClr val="2D8A4E"/>
                </a:solidFill>
              </a:rPr>
              <a:t>Key files for the DoA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57400"/>
            <a:ext cx="5394960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main.py                              — entry, picks YAML config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run_simulation.py                    — SimulationRunner.run()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src/config/DUNCS.yaml                — all hyperparameters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src/config/simulation_config.py      — OmegaConf dataclasses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src/system_model.py                  — array, steering vectors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src/signal_creation.py               — Samples (generates x[t])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src/data_handler.py                  — Dataset + DataLoader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src/models_pack/sparse_cov_admm_unfold.py  — the DUNCS model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src/methods_pack/esprit.py           — subspace estimator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src/metrics/criterions.py            — RMSPELoss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src/metrics/crb.py                   — Cramér–Rao Bound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src/training.py                      — train() loop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1B212A"/>
                </a:solidFill>
              </a:rPr>
              <a:t>• src/evaluation.py                    — evaluate() 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